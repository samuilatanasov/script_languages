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6463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1340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125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583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9300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7406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9829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8594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5966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6854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07026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4554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95239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6316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8865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58239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4754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DF41D-6E81-4A02-AE2A-191B70FFA13F}" type="datetimeFigureOut">
              <a:rPr lang="bg-BG" smtClean="0"/>
              <a:t>8.3.2026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BEB3C-B7CD-41EB-BDEE-24894AE741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24484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F171-E3E7-3CED-3741-E8253226E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Lost and Found</a:t>
            </a: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E0385-F4E6-7B68-F32F-48FD3DAF33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Изготвено от: Самуил Атанасов</a:t>
            </a:r>
          </a:p>
        </p:txBody>
      </p:sp>
    </p:spTree>
    <p:extLst>
      <p:ext uri="{BB962C8B-B14F-4D97-AF65-F5344CB8AC3E}">
        <p14:creationId xmlns:p14="http://schemas.microsoft.com/office/powerpoint/2010/main" val="28815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DA76-63EA-C900-419B-6D9AAA06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Тема и идея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30EF-3B3F-56CC-C6B4-54E5D5350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954587" cy="3541714"/>
          </a:xfrm>
        </p:spPr>
        <p:txBody>
          <a:bodyPr/>
          <a:lstStyle/>
          <a:p>
            <a:r>
              <a:rPr lang="bg-BG" dirty="0"/>
              <a:t>Темата, която бих искал да реализирам е система за загубени вещи </a:t>
            </a:r>
            <a:r>
              <a:rPr lang="en-US" dirty="0"/>
              <a:t>“Lost and Found”.</a:t>
            </a:r>
          </a:p>
          <a:p>
            <a:r>
              <a:rPr lang="bg-BG" dirty="0"/>
              <a:t>Идеята е, когато някой въведе, че е намерил нещо, а друг, че е загубил същото нещо, скриптът да ги свърже.</a:t>
            </a:r>
          </a:p>
        </p:txBody>
      </p:sp>
      <p:pic>
        <p:nvPicPr>
          <p:cNvPr id="1026" name="Picture 2" descr="Lost And Found Yellow Landscape - Wall Sign">
            <a:extLst>
              <a:ext uri="{FF2B5EF4-FFF2-40B4-BE49-F238E27FC236}">
                <a16:creationId xmlns:a16="http://schemas.microsoft.com/office/drawing/2014/main" id="{B702ADF4-3367-1654-0080-F06E57B58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" t="9194" r="5443" b="12171"/>
          <a:stretch>
            <a:fillRect/>
          </a:stretch>
        </p:blipFill>
        <p:spPr bwMode="auto">
          <a:xfrm>
            <a:off x="7440610" y="2295525"/>
            <a:ext cx="3606801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67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BDBD-18CD-D463-807B-87C94A3A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Технологии, нужни за 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40491-CF48-6973-391A-8DB5502EB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/>
          <a:lstStyle/>
          <a:p>
            <a:r>
              <a:rPr lang="bg-BG" dirty="0"/>
              <a:t>Технологиите, които ще ми бъдат полезни за този проект са:</a:t>
            </a:r>
          </a:p>
          <a:p>
            <a:pPr lvl="1"/>
            <a:r>
              <a:rPr lang="en-US" dirty="0"/>
              <a:t>Python, HTML, CSS, JavaScript</a:t>
            </a:r>
          </a:p>
          <a:p>
            <a:pPr lvl="1"/>
            <a:r>
              <a:rPr lang="bg-BG" dirty="0"/>
              <a:t>База данни (</a:t>
            </a:r>
            <a:r>
              <a:rPr lang="en-US" dirty="0"/>
              <a:t>SQL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Допълнителни библиотеки (</a:t>
            </a:r>
            <a:r>
              <a:rPr lang="en-US" dirty="0" err="1"/>
              <a:t>json</a:t>
            </a:r>
            <a:r>
              <a:rPr lang="en-US" dirty="0"/>
              <a:t>, datetime, </a:t>
            </a:r>
            <a:r>
              <a:rPr lang="en-US" dirty="0" err="1"/>
              <a:t>argparse</a:t>
            </a:r>
            <a:r>
              <a:rPr lang="en-US" dirty="0"/>
              <a:t> </a:t>
            </a:r>
            <a:r>
              <a:rPr lang="bg-BG" dirty="0"/>
              <a:t>(или меню в терминала))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9D21A-EDB8-5C17-4F7C-D13F426C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050" y="2097088"/>
            <a:ext cx="2519361" cy="1739646"/>
          </a:xfrm>
          <a:prstGeom prst="rect">
            <a:avLst/>
          </a:prstGeom>
        </p:spPr>
      </p:pic>
      <p:pic>
        <p:nvPicPr>
          <p:cNvPr id="2054" name="Picture 6" descr="SQL Database (generic) | Microsoft Azure Color">
            <a:extLst>
              <a:ext uri="{FF2B5EF4-FFF2-40B4-BE49-F238E27FC236}">
                <a16:creationId xmlns:a16="http://schemas.microsoft.com/office/drawing/2014/main" id="{80CDC514-4AD6-6D50-4F90-C339D77CD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3836734"/>
            <a:ext cx="1814512" cy="181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07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DE20-52FC-C79B-C321-95B9D317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Разрешаване на проблем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DDFC-4568-8F51-6DD0-FFFA4591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В много училища, включително ТУЕС се губят: карти за достъп, слушалки, флашки, дрехи, учебници.</a:t>
            </a:r>
          </a:p>
          <a:p>
            <a:r>
              <a:rPr lang="bg-BG" dirty="0"/>
              <a:t>Като информацията се разпространява чрез учители, приятели или случайни съобщения това води до: изгубено време, стрес и невъзможност да се намери собственика.</a:t>
            </a:r>
          </a:p>
          <a:p>
            <a:r>
              <a:rPr lang="bg-BG" dirty="0"/>
              <a:t>Системата </a:t>
            </a:r>
            <a:r>
              <a:rPr lang="en-US" dirty="0"/>
              <a:t>“Lost and Found” </a:t>
            </a:r>
            <a:r>
              <a:rPr lang="bg-BG" dirty="0"/>
              <a:t>централизира цялата информацията.</a:t>
            </a:r>
          </a:p>
        </p:txBody>
      </p:sp>
    </p:spTree>
    <p:extLst>
      <p:ext uri="{BB962C8B-B14F-4D97-AF65-F5344CB8AC3E}">
        <p14:creationId xmlns:p14="http://schemas.microsoft.com/office/powerpoint/2010/main" val="104267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1730-EEAD-642F-F480-632251F3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Очаквани резултати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7EA10-31B2-8694-B8C2-EA10341F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Постиженията, които може да се постигнат, освен оценка по предмета са:</a:t>
            </a:r>
          </a:p>
          <a:p>
            <a:pPr lvl="1"/>
            <a:r>
              <a:rPr lang="bg-BG" dirty="0"/>
              <a:t>Реална полза за училището</a:t>
            </a:r>
          </a:p>
          <a:p>
            <a:pPr lvl="1"/>
            <a:r>
              <a:rPr lang="bg-BG" dirty="0"/>
              <a:t>Развитие на практически умения</a:t>
            </a:r>
          </a:p>
          <a:p>
            <a:pPr lvl="1"/>
            <a:r>
              <a:rPr lang="bg-BG" dirty="0"/>
              <a:t>Възможност за награждане</a:t>
            </a:r>
          </a:p>
          <a:p>
            <a:pPr lvl="1"/>
            <a:r>
              <a:rPr lang="bg-BG" dirty="0"/>
              <a:t>Демонстрация за мислене и креативност</a:t>
            </a:r>
          </a:p>
          <a:p>
            <a:pPr lvl="1"/>
            <a:r>
              <a:rPr lang="bg-BG" dirty="0"/>
              <a:t>Може да използван като портфолио</a:t>
            </a:r>
          </a:p>
        </p:txBody>
      </p:sp>
    </p:spTree>
    <p:extLst>
      <p:ext uri="{BB962C8B-B14F-4D97-AF65-F5344CB8AC3E}">
        <p14:creationId xmlns:p14="http://schemas.microsoft.com/office/powerpoint/2010/main" val="27926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63CB-BD9C-81FA-F3A9-AA8D3D8B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52907"/>
            <a:ext cx="9905998" cy="2352185"/>
          </a:xfrm>
        </p:spPr>
        <p:txBody>
          <a:bodyPr>
            <a:noAutofit/>
          </a:bodyPr>
          <a:lstStyle/>
          <a:p>
            <a:r>
              <a:rPr lang="bg-BG" sz="8000" dirty="0"/>
              <a:t>Благодаря за 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11698369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54</TotalTime>
  <Words>198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Lost and Found</vt:lpstr>
      <vt:lpstr>Тема и идея</vt:lpstr>
      <vt:lpstr>Технологии, нужни за реализация</vt:lpstr>
      <vt:lpstr>Разрешаване на проблем</vt:lpstr>
      <vt:lpstr>Очаквани резултати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Samuil Atanasov</dc:creator>
  <cp:lastModifiedBy>Samuil Atanasov</cp:lastModifiedBy>
  <cp:revision>1</cp:revision>
  <dcterms:created xsi:type="dcterms:W3CDTF">2026-03-08T09:29:44Z</dcterms:created>
  <dcterms:modified xsi:type="dcterms:W3CDTF">2026-03-08T10:23:52Z</dcterms:modified>
</cp:coreProperties>
</file>