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E8891F3-C774-4C3B-B224-1CB9844B34A7}" type="datetimeFigureOut">
              <a:rPr lang="bg-BG" smtClean="0"/>
              <a:t>22.3.2026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9EE4912-2F88-4F66-992C-C8A489226B1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9576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91F3-C774-4C3B-B224-1CB9844B34A7}" type="datetimeFigureOut">
              <a:rPr lang="bg-BG" smtClean="0"/>
              <a:t>22.3.2026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E4912-2F88-4F66-992C-C8A489226B1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1903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91F3-C774-4C3B-B224-1CB9844B34A7}" type="datetimeFigureOut">
              <a:rPr lang="bg-BG" smtClean="0"/>
              <a:t>22.3.2026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E4912-2F88-4F66-992C-C8A489226B1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023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91F3-C774-4C3B-B224-1CB9844B34A7}" type="datetimeFigureOut">
              <a:rPr lang="bg-BG" smtClean="0"/>
              <a:t>22.3.2026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E4912-2F88-4F66-992C-C8A489226B1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99319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91F3-C774-4C3B-B224-1CB9844B34A7}" type="datetimeFigureOut">
              <a:rPr lang="bg-BG" smtClean="0"/>
              <a:t>22.3.2026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E4912-2F88-4F66-992C-C8A489226B1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5660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91F3-C774-4C3B-B224-1CB9844B34A7}" type="datetimeFigureOut">
              <a:rPr lang="bg-BG" smtClean="0"/>
              <a:t>22.3.2026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E4912-2F88-4F66-992C-C8A489226B1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7945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91F3-C774-4C3B-B224-1CB9844B34A7}" type="datetimeFigureOut">
              <a:rPr lang="bg-BG" smtClean="0"/>
              <a:t>22.3.2026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E4912-2F88-4F66-992C-C8A489226B1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2148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91F3-C774-4C3B-B224-1CB9844B34A7}" type="datetimeFigureOut">
              <a:rPr lang="bg-BG" smtClean="0"/>
              <a:t>22.3.2026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E4912-2F88-4F66-992C-C8A489226B1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55725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91F3-C774-4C3B-B224-1CB9844B34A7}" type="datetimeFigureOut">
              <a:rPr lang="bg-BG" smtClean="0"/>
              <a:t>22.3.2026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E4912-2F88-4F66-992C-C8A489226B1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65264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91F3-C774-4C3B-B224-1CB9844B34A7}" type="datetimeFigureOut">
              <a:rPr lang="bg-BG" smtClean="0"/>
              <a:t>22.3.2026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E4912-2F88-4F66-992C-C8A489226B1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76732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91F3-C774-4C3B-B224-1CB9844B34A7}" type="datetimeFigureOut">
              <a:rPr lang="bg-BG" smtClean="0"/>
              <a:t>22.3.2026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E4912-2F88-4F66-992C-C8A489226B1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9297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91F3-C774-4C3B-B224-1CB9844B34A7}" type="datetimeFigureOut">
              <a:rPr lang="bg-BG" smtClean="0"/>
              <a:t>22.3.2026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E4912-2F88-4F66-992C-C8A489226B12}" type="slidenum">
              <a:rPr lang="bg-BG" smtClean="0"/>
              <a:t>‹#›</a:t>
            </a:fld>
            <a:endParaRPr lang="bg-BG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29406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91F3-C774-4C3B-B224-1CB9844B34A7}" type="datetimeFigureOut">
              <a:rPr lang="bg-BG" smtClean="0"/>
              <a:t>22.3.2026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E4912-2F88-4F66-992C-C8A489226B1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49686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91F3-C774-4C3B-B224-1CB9844B34A7}" type="datetimeFigureOut">
              <a:rPr lang="bg-BG" smtClean="0"/>
              <a:t>22.3.2026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E4912-2F88-4F66-992C-C8A489226B1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2591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91F3-C774-4C3B-B224-1CB9844B34A7}" type="datetimeFigureOut">
              <a:rPr lang="bg-BG" smtClean="0"/>
              <a:t>22.3.2026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E4912-2F88-4F66-992C-C8A489226B1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74697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91F3-C774-4C3B-B224-1CB9844B34A7}" type="datetimeFigureOut">
              <a:rPr lang="bg-BG" smtClean="0"/>
              <a:t>22.3.2026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E4912-2F88-4F66-992C-C8A489226B1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63124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91F3-C774-4C3B-B224-1CB9844B34A7}" type="datetimeFigureOut">
              <a:rPr lang="bg-BG" smtClean="0"/>
              <a:t>22.3.2026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E4912-2F88-4F66-992C-C8A489226B1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3612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891F3-C774-4C3B-B224-1CB9844B34A7}" type="datetimeFigureOut">
              <a:rPr lang="bg-BG" smtClean="0"/>
              <a:t>22.3.2026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E4912-2F88-4F66-992C-C8A489226B1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404092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E32F1-0824-99E3-CC5D-85299C2F3D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Guitar Hub – gateway to the world of guitars</a:t>
            </a:r>
            <a:endParaRPr lang="bg-B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3A4AA-818E-00AD-DB16-60EF427537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/>
              <a:t>Изготвено от: Самуил Атанасов</a:t>
            </a:r>
          </a:p>
        </p:txBody>
      </p:sp>
    </p:spTree>
    <p:extLst>
      <p:ext uri="{BB962C8B-B14F-4D97-AF65-F5344CB8AC3E}">
        <p14:creationId xmlns:p14="http://schemas.microsoft.com/office/powerpoint/2010/main" val="3316143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4774-0736-C7E9-20EF-2595A6BD5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Тема и Идея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CA215-9E68-885D-927D-A93CA980A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4954588" cy="3821114"/>
          </a:xfrm>
        </p:spPr>
        <p:txBody>
          <a:bodyPr>
            <a:noAutofit/>
          </a:bodyPr>
          <a:lstStyle/>
          <a:p>
            <a:r>
              <a:rPr lang="bg-BG" sz="1600" dirty="0"/>
              <a:t>Темата, която бих реализирал е сайт, посветен на китарите.</a:t>
            </a:r>
          </a:p>
          <a:p>
            <a:r>
              <a:rPr lang="bg-BG" sz="1600" dirty="0"/>
              <a:t>Идеята е да се изгради модерен, лесен за използване сайт, който</a:t>
            </a:r>
            <a:r>
              <a:rPr lang="en-US" sz="1600" dirty="0"/>
              <a:t> </a:t>
            </a:r>
            <a:r>
              <a:rPr lang="bg-BG" sz="1600" dirty="0"/>
              <a:t>показва:</a:t>
            </a:r>
          </a:p>
          <a:p>
            <a:pPr lvl="1"/>
            <a:r>
              <a:rPr lang="bg-BG" sz="1600" dirty="0"/>
              <a:t>Видове китари</a:t>
            </a:r>
          </a:p>
          <a:p>
            <a:pPr lvl="1"/>
            <a:r>
              <a:rPr lang="bg-BG" sz="1600" dirty="0"/>
              <a:t>Основни акорди</a:t>
            </a:r>
          </a:p>
          <a:p>
            <a:pPr lvl="1"/>
            <a:r>
              <a:rPr lang="bg-BG" sz="1600" dirty="0"/>
              <a:t>Съвети за начинаещи</a:t>
            </a:r>
          </a:p>
          <a:p>
            <a:pPr lvl="1"/>
            <a:r>
              <a:rPr lang="bg-BG" sz="1600" dirty="0"/>
              <a:t>Интересни факти за инструмента</a:t>
            </a:r>
          </a:p>
          <a:p>
            <a:pPr lvl="1"/>
            <a:r>
              <a:rPr lang="bg-BG" sz="1600" dirty="0"/>
              <a:t>Секция, в която хората обменят информация</a:t>
            </a:r>
          </a:p>
          <a:p>
            <a:pPr lvl="1"/>
            <a:r>
              <a:rPr lang="bg-BG" sz="1600" dirty="0"/>
              <a:t>Да има администратор, който прави актуализации на сайта</a:t>
            </a:r>
          </a:p>
        </p:txBody>
      </p:sp>
      <p:pic>
        <p:nvPicPr>
          <p:cNvPr id="1030" name="Picture 6" descr="Guitar Types for Kids">
            <a:extLst>
              <a:ext uri="{FF2B5EF4-FFF2-40B4-BE49-F238E27FC236}">
                <a16:creationId xmlns:a16="http://schemas.microsoft.com/office/drawing/2014/main" id="{C84DE870-B2EA-CE5A-3439-C8D9A35A4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505" y="2249486"/>
            <a:ext cx="3872906" cy="298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957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4539C-5C26-38E6-8C1A-15B42710C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Технологии</a:t>
            </a:r>
            <a:r>
              <a:rPr lang="en-US" dirty="0"/>
              <a:t>,</a:t>
            </a:r>
            <a:r>
              <a:rPr lang="bg-BG" dirty="0"/>
              <a:t> нужни за реализация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C23C2-FB98-BDD4-A9C3-6461F31FA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4954588" cy="3541714"/>
          </a:xfrm>
        </p:spPr>
        <p:txBody>
          <a:bodyPr/>
          <a:lstStyle/>
          <a:p>
            <a:r>
              <a:rPr lang="bg-BG" dirty="0"/>
              <a:t>Технологиите, които ще ми бъдат полезни за този проект са:</a:t>
            </a:r>
          </a:p>
          <a:p>
            <a:pPr lvl="1"/>
            <a:r>
              <a:rPr lang="en-US" dirty="0"/>
              <a:t>Python, HTML, CSS, JavaScript</a:t>
            </a:r>
          </a:p>
          <a:p>
            <a:pPr lvl="1"/>
            <a:r>
              <a:rPr lang="bg-BG" dirty="0"/>
              <a:t>База данни (</a:t>
            </a:r>
            <a:r>
              <a:rPr lang="en-US" dirty="0"/>
              <a:t>SQL</a:t>
            </a:r>
            <a:r>
              <a:rPr lang="bg-BG" dirty="0"/>
              <a:t>)</a:t>
            </a:r>
          </a:p>
          <a:p>
            <a:pPr lvl="1"/>
            <a:r>
              <a:rPr lang="bg-BG" dirty="0"/>
              <a:t>Допълнителни библиотеки (</a:t>
            </a:r>
            <a:r>
              <a:rPr lang="en-US" dirty="0" err="1"/>
              <a:t>json</a:t>
            </a:r>
            <a:r>
              <a:rPr lang="en-US" dirty="0"/>
              <a:t>, datetime, </a:t>
            </a:r>
            <a:r>
              <a:rPr lang="en-US" dirty="0" err="1"/>
              <a:t>argparse</a:t>
            </a:r>
            <a:r>
              <a:rPr lang="en-US" dirty="0"/>
              <a:t> </a:t>
            </a:r>
            <a:r>
              <a:rPr lang="bg-BG" dirty="0"/>
              <a:t>(или меню в терминала))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1AE5EB-110E-EA4C-DBC2-DE9ACB7B7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8050" y="2249487"/>
            <a:ext cx="2519361" cy="1739646"/>
          </a:xfrm>
          <a:prstGeom prst="rect">
            <a:avLst/>
          </a:prstGeom>
        </p:spPr>
      </p:pic>
      <p:pic>
        <p:nvPicPr>
          <p:cNvPr id="5" name="Picture 6" descr="SQL Database (generic) | Microsoft Azure Color">
            <a:extLst>
              <a:ext uri="{FF2B5EF4-FFF2-40B4-BE49-F238E27FC236}">
                <a16:creationId xmlns:a16="http://schemas.microsoft.com/office/drawing/2014/main" id="{BAA1FD94-C467-4576-9279-CF0BAB2CE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538" y="4020344"/>
            <a:ext cx="1814512" cy="1814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655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4B196-A0A6-073E-3648-2A8302206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Проблем, който може да разреши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527C8-528D-FD09-1846-BDD5479A7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В ТУЕС има много  ученици, които свирят на инструменти, но често липсва място за координация. Проекта ще реши това чрез: секция за обяви, вътрешен пазар, интерактивни инструменти.</a:t>
            </a:r>
          </a:p>
          <a:p>
            <a:r>
              <a:rPr lang="bg-BG" dirty="0"/>
              <a:t>Сайта може да има цялата информация събрана, подредена и ясна; прости обяснение за акорди, видове китари и основни техники, понеже много начинаещи китаристи се объркват от голямото количество информация онлайн.</a:t>
            </a:r>
          </a:p>
        </p:txBody>
      </p:sp>
    </p:spTree>
    <p:extLst>
      <p:ext uri="{BB962C8B-B14F-4D97-AF65-F5344CB8AC3E}">
        <p14:creationId xmlns:p14="http://schemas.microsoft.com/office/powerpoint/2010/main" val="3425603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A9256-B87E-9783-8C42-56DD481F9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Очаквани резултати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1357A-BFD3-C54B-352E-784D31EC5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Постиженията, които могат да бъдат достигнати, освен оценка по предмета са:</a:t>
            </a:r>
          </a:p>
          <a:p>
            <a:pPr lvl="1"/>
            <a:r>
              <a:rPr lang="bg-BG" dirty="0"/>
              <a:t>Реална полза за училището</a:t>
            </a:r>
          </a:p>
          <a:p>
            <a:pPr lvl="1"/>
            <a:r>
              <a:rPr lang="bg-BG" dirty="0"/>
              <a:t>Развитие на практически умения</a:t>
            </a:r>
          </a:p>
          <a:p>
            <a:pPr lvl="1"/>
            <a:r>
              <a:rPr lang="bg-BG" dirty="0"/>
              <a:t>Възможност за надграждане</a:t>
            </a:r>
          </a:p>
          <a:p>
            <a:pPr lvl="1"/>
            <a:r>
              <a:rPr lang="bg-BG" dirty="0"/>
              <a:t>Демонстрация за мислене и креативност</a:t>
            </a:r>
          </a:p>
          <a:p>
            <a:pPr lvl="1"/>
            <a:r>
              <a:rPr lang="bg-BG" dirty="0"/>
              <a:t>Може да бъде използван като протфолио</a:t>
            </a:r>
          </a:p>
        </p:txBody>
      </p:sp>
    </p:spTree>
    <p:extLst>
      <p:ext uri="{BB962C8B-B14F-4D97-AF65-F5344CB8AC3E}">
        <p14:creationId xmlns:p14="http://schemas.microsoft.com/office/powerpoint/2010/main" val="217529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3E9F4-0B9B-4542-261E-EFF928516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37057"/>
            <a:ext cx="9905998" cy="1983885"/>
          </a:xfrm>
        </p:spPr>
        <p:txBody>
          <a:bodyPr>
            <a:noAutofit/>
          </a:bodyPr>
          <a:lstStyle/>
          <a:p>
            <a:r>
              <a:rPr lang="bg-BG" sz="7200" dirty="0"/>
              <a:t>Благодаря за вниманието!</a:t>
            </a:r>
          </a:p>
        </p:txBody>
      </p:sp>
    </p:spTree>
    <p:extLst>
      <p:ext uri="{BB962C8B-B14F-4D97-AF65-F5344CB8AC3E}">
        <p14:creationId xmlns:p14="http://schemas.microsoft.com/office/powerpoint/2010/main" val="13925635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61</TotalTime>
  <Words>231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Tw Cen MT</vt:lpstr>
      <vt:lpstr>Circuit</vt:lpstr>
      <vt:lpstr>Guitar Hub – gateway to the world of guitars</vt:lpstr>
      <vt:lpstr>Тема и Идея</vt:lpstr>
      <vt:lpstr>Технологии, нужни за реализация</vt:lpstr>
      <vt:lpstr>Проблем, който може да разреши</vt:lpstr>
      <vt:lpstr>Очаквани резултати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Samuil Atanasov</dc:creator>
  <cp:lastModifiedBy>Samuil Atanasov</cp:lastModifiedBy>
  <cp:revision>2</cp:revision>
  <dcterms:created xsi:type="dcterms:W3CDTF">2026-03-22T17:18:20Z</dcterms:created>
  <dcterms:modified xsi:type="dcterms:W3CDTF">2026-03-22T18:20:06Z</dcterms:modified>
</cp:coreProperties>
</file>